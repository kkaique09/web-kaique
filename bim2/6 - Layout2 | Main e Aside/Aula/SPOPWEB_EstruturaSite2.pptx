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_rels/theme2.xml.rels" ContentType="application/vnd.openxmlformats-package.relationships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4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1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Rectangle 6"/>
          <p:cNvSpPr/>
          <p:nvPr/>
        </p:nvSpPr>
        <p:spPr>
          <a:xfrm>
            <a:off x="920880" y="1347120"/>
            <a:ext cx="10222560" cy="80280"/>
          </a:xfrm>
          <a:prstGeom prst="rect">
            <a:avLst/>
          </a:prstGeom>
          <a:blipFill rotWithShape="0">
            <a:blip r:embed="rId3">
              <a:alphaModFix amt="85000"/>
            </a:blip>
            <a:srcRect/>
            <a:tile tx="0" ty="1005069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5640" bIns="3564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920880" y="4299840"/>
            <a:ext cx="10222560" cy="80280"/>
          </a:xfrm>
          <a:prstGeom prst="rect">
            <a:avLst/>
          </a:prstGeom>
          <a:blipFill rotWithShape="0">
            <a:blip r:embed="rId4">
              <a:alphaModFix amt="85000"/>
            </a:blip>
            <a:srcRect/>
            <a:tile tx="0" ty="1040335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5640" bIns="3564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920880" y="1484640"/>
            <a:ext cx="10222560" cy="2742840"/>
          </a:xfrm>
          <a:prstGeom prst="rect">
            <a:avLst/>
          </a:prstGeom>
          <a:blipFill rotWithShape="0">
            <a:blip r:embed="rId5">
              <a:alphaModFix amt="85000"/>
            </a:blip>
            <a:srcRect/>
            <a:tile tx="0" ty="1057968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oup 9"/>
          <p:cNvGrpSpPr/>
          <p:nvPr/>
        </p:nvGrpSpPr>
        <p:grpSpPr>
          <a:xfrm>
            <a:off x="9649080" y="4069080"/>
            <a:ext cx="1080720" cy="1080720"/>
            <a:chOff x="9649080" y="4069080"/>
            <a:chExt cx="1080720" cy="1080720"/>
          </a:xfrm>
        </p:grpSpPr>
        <p:sp>
          <p:nvSpPr>
            <p:cNvPr id="7" name="Oval 10"/>
            <p:cNvSpPr/>
            <p:nvPr/>
          </p:nvSpPr>
          <p:spPr>
            <a:xfrm>
              <a:off x="9649080" y="4069080"/>
              <a:ext cx="1080720" cy="1080720"/>
            </a:xfrm>
            <a:prstGeom prst="ellipse">
              <a:avLst/>
            </a:prstGeom>
            <a:blipFill rotWithShape="0">
              <a:blip r:embed="rId6"/>
              <a:srcRect/>
              <a:tile tx="0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Oval 11"/>
            <p:cNvSpPr/>
            <p:nvPr/>
          </p:nvSpPr>
          <p:spPr>
            <a:xfrm>
              <a:off x="9757440" y="4177080"/>
              <a:ext cx="864360" cy="864360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51560" y="1432080"/>
            <a:ext cx="9966600" cy="303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pt-BR" sz="96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1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2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3"/>
          </p:nvPr>
        </p:nvSpPr>
        <p:spPr>
          <a:xfrm>
            <a:off x="9592560" y="4289400"/>
            <a:ext cx="11934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28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A4C0307F-D0DA-417C-934A-F4EFAF038686}" type="slidenum">
              <a:rPr b="1" lang="pt-BR" sz="28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9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 formato de texto dos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2.º nível de tópicos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3.º nível de tópicos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4.º nível de tópicos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39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" name="Rectangle 6"/>
          <p:cNvSpPr/>
          <p:nvPr/>
        </p:nvSpPr>
        <p:spPr>
          <a:xfrm>
            <a:off x="0" y="4917960"/>
            <a:ext cx="12191760" cy="1939680"/>
          </a:xfrm>
          <a:prstGeom prst="rect">
            <a:avLst/>
          </a:prstGeom>
          <a:blipFill rotWithShape="0">
            <a:blip r:embed="rId3">
              <a:alphaModFix amt="85000"/>
            </a:blip>
            <a:srcRect/>
            <a:tile tx="0" ty="1057968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167200" y="1225440"/>
            <a:ext cx="9280800" cy="352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pt-BR" sz="80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2165760" y="5020200"/>
            <a:ext cx="905220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3"/>
          </p:nvPr>
        </p:nvSpPr>
        <p:spPr>
          <a:xfrm>
            <a:off x="8593560" y="6272640"/>
            <a:ext cx="2643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14"/>
          </p:nvPr>
        </p:nvSpPr>
        <p:spPr>
          <a:xfrm>
            <a:off x="21826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6" name="Group 7"/>
          <p:cNvGrpSpPr/>
          <p:nvPr/>
        </p:nvGrpSpPr>
        <p:grpSpPr>
          <a:xfrm>
            <a:off x="897480" y="2325960"/>
            <a:ext cx="1080720" cy="1080720"/>
            <a:chOff x="897480" y="2325960"/>
            <a:chExt cx="1080720" cy="1080720"/>
          </a:xfrm>
        </p:grpSpPr>
        <p:sp>
          <p:nvSpPr>
            <p:cNvPr id="47" name="Oval 8"/>
            <p:cNvSpPr/>
            <p:nvPr/>
          </p:nvSpPr>
          <p:spPr>
            <a:xfrm>
              <a:off x="897480" y="2325960"/>
              <a:ext cx="1080720" cy="1080720"/>
            </a:xfrm>
            <a:prstGeom prst="ellipse">
              <a:avLst/>
            </a:prstGeom>
            <a:blipFill rotWithShape="0">
              <a:blip r:embed="rId4"/>
              <a:srcRect/>
              <a:tile tx="0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Oval 9"/>
            <p:cNvSpPr/>
            <p:nvPr/>
          </p:nvSpPr>
          <p:spPr>
            <a:xfrm>
              <a:off x="1005480" y="2433960"/>
              <a:ext cx="864360" cy="864360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" name="PlaceHolder 5"/>
          <p:cNvSpPr>
            <a:spLocks noGrp="1"/>
          </p:cNvSpPr>
          <p:nvPr>
            <p:ph type="sldNum" idx="15"/>
          </p:nvPr>
        </p:nvSpPr>
        <p:spPr>
          <a:xfrm>
            <a:off x="843840" y="2505960"/>
            <a:ext cx="1188000" cy="7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28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DCC219F8-E0D8-4799-8E64-8EF74541000C}" type="slidenum">
              <a:rPr b="1" lang="pt-BR" sz="28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15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Quarto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Quinto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4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5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6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64E00ADF-E4F0-4330-BEC2-DB77CDCB4712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23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724960" y="533520"/>
            <a:ext cx="2552400" cy="56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066680" y="533520"/>
            <a:ext cx="7505280" cy="56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Quarto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Quinto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7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8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6819E6E3-E87A-48CE-967D-0FA4F3A10A0E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31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Quarto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Quinto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0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1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2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62D531FD-2E33-4480-B28E-AFFCF34B6FEA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51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069920" y="2194560"/>
            <a:ext cx="4754520" cy="39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Quarto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Quinto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364080" y="2194560"/>
            <a:ext cx="4754520" cy="39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Quarto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Quinto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16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17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18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C3514BC-8F31-4EDF-802A-BE5CE5D93A6B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60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066680" y="204840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069920" y="2743200"/>
            <a:ext cx="475452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Quarto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Quinto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364080" y="204840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pt-BR" sz="20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364080" y="2743200"/>
            <a:ext cx="475452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Quarto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Quinto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dt" idx="19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 type="ftr" idx="20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8"/>
          <p:cNvSpPr>
            <a:spLocks noGrp="1"/>
          </p:cNvSpPr>
          <p:nvPr>
            <p:ph type="sldNum" idx="21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81F0B44-A9E9-4B51-851B-F5ED38AE8067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71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22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23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24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DC993D5-1AA5-43FB-8AAD-C67E47EBE125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78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PlaceHolder 1"/>
          <p:cNvSpPr>
            <a:spLocks noGrp="1"/>
          </p:cNvSpPr>
          <p:nvPr>
            <p:ph type="dt" idx="25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26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27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A528A167-51B0-4015-9588-5361332BE9F1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84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Rectangle 7"/>
          <p:cNvSpPr/>
          <p:nvPr/>
        </p:nvSpPr>
        <p:spPr>
          <a:xfrm>
            <a:off x="8303760" y="0"/>
            <a:ext cx="3888000" cy="6857640"/>
          </a:xfrm>
          <a:prstGeom prst="rect">
            <a:avLst/>
          </a:prstGeom>
          <a:blipFill rotWithShape="0">
            <a:blip r:embed="rId3">
              <a:alphaModFix amt="60000"/>
            </a:blip>
            <a:srcRect/>
            <a:tile tx="0" ty="1057968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04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3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838080" y="685800"/>
            <a:ext cx="6711480" cy="501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Quarto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Quinto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8549640" y="2423160"/>
            <a:ext cx="320004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28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ftr" idx="29"/>
          </p:nvPr>
        </p:nvSpPr>
        <p:spPr>
          <a:xfrm>
            <a:off x="1088280" y="6272640"/>
            <a:ext cx="6327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2" name="Group 8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93" name="Oval 9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4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Oval 10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PlaceHolder 6"/>
          <p:cNvSpPr>
            <a:spLocks noGrp="1"/>
          </p:cNvSpPr>
          <p:nvPr>
            <p:ph type="sldNum" idx="30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2BB8FF3-460F-46F7-88A3-3D0940F010E7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6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97" name="Oval 7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Oval 8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" name="Rectangle 10"/>
          <p:cNvSpPr/>
          <p:nvPr/>
        </p:nvSpPr>
        <p:spPr>
          <a:xfrm>
            <a:off x="8303760" y="0"/>
            <a:ext cx="3888000" cy="6857640"/>
          </a:xfrm>
          <a:prstGeom prst="rect">
            <a:avLst/>
          </a:prstGeom>
          <a:blipFill rotWithShape="0">
            <a:blip r:embed="rId3">
              <a:alphaModFix amt="60000"/>
            </a:blip>
            <a:srcRect/>
            <a:tile tx="0" ty="1057968" sx="91990" sy="88989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04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3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8303400" cy="685764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Clique no ícone para adicionar uma imagem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8549640" y="2423160"/>
            <a:ext cx="320004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Clique para editar os estilos de texto Mestres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31"/>
          </p:nvPr>
        </p:nvSpPr>
        <p:spPr>
          <a:xfrm>
            <a:off x="7964280" y="6272640"/>
            <a:ext cx="327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100" strike="noStrike" u="none">
                <a:solidFill>
                  <a:schemeClr val="dk2"/>
                </a:solidFill>
                <a:effectLst/>
                <a:uFillTx/>
                <a:latin typeface="Rockwell"/>
              </a:rPr>
              <a:t>&lt;data/hora&gt;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4" name="Group 7"/>
          <p:cNvGrpSpPr/>
          <p:nvPr/>
        </p:nvGrpSpPr>
        <p:grpSpPr>
          <a:xfrm>
            <a:off x="11401560" y="6229800"/>
            <a:ext cx="456840" cy="456840"/>
            <a:chOff x="11401560" y="6229800"/>
            <a:chExt cx="456840" cy="456840"/>
          </a:xfrm>
        </p:grpSpPr>
        <p:sp>
          <p:nvSpPr>
            <p:cNvPr id="105" name="Oval 8"/>
            <p:cNvSpPr/>
            <p:nvPr/>
          </p:nvSpPr>
          <p:spPr>
            <a:xfrm>
              <a:off x="11401560" y="6229800"/>
              <a:ext cx="456840" cy="456840"/>
            </a:xfrm>
            <a:prstGeom prst="ellipse">
              <a:avLst/>
            </a:prstGeom>
            <a:blipFill rotWithShape="0">
              <a:blip r:embed="rId4"/>
              <a:srcRect/>
              <a:tile tx="56995" ty="0" sx="84990" sy="84992" algn="tl"/>
            </a:blip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Oval 9"/>
            <p:cNvSpPr/>
            <p:nvPr/>
          </p:nvSpPr>
          <p:spPr>
            <a:xfrm>
              <a:off x="11431080" y="6258960"/>
              <a:ext cx="398520" cy="39852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PlaceHolder 5"/>
          <p:cNvSpPr>
            <a:spLocks noGrp="1"/>
          </p:cNvSpPr>
          <p:nvPr>
            <p:ph type="sldNum" idx="32"/>
          </p:nvPr>
        </p:nvSpPr>
        <p:spPr>
          <a:xfrm>
            <a:off x="11311200" y="627264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FE2CC6B-2BE6-4DE0-8E38-D4A6B2AB11D6}" type="slidenum">
              <a:rPr b="1" lang="pt-BR" sz="1400" strike="noStrike" u="none">
                <a:solidFill>
                  <a:srgbClr val="ffffff"/>
                </a:solidFill>
                <a:effectLst/>
                <a:uFillTx/>
                <a:latin typeface="Rockwell Condensed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analu@ifsp.edu.br" TargetMode="External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51560" y="1432080"/>
            <a:ext cx="9966600" cy="303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pt-BR" sz="96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SPOPWEB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2432160" y="3429000"/>
            <a:ext cx="8586000" cy="8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CSS – Segunda Parte 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pt-BR" sz="22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Seções Básicas de um Documento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ixaDeTexto 4"/>
          <p:cNvSpPr/>
          <p:nvPr/>
        </p:nvSpPr>
        <p:spPr>
          <a:xfrm>
            <a:off x="7121160" y="4689360"/>
            <a:ext cx="3144600" cy="1200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4925">
            <a:noFill/>
          </a:ln>
          <a:effectLst>
            <a:outerShdw algn="ctr" blurRad="190440" dir="2700000" dist="228593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Profa. Ana Lúcia Mamede </a:t>
            </a:r>
            <a:r>
              <a:rPr b="0" lang="pt-BR" sz="1800" strike="noStrike" u="sng">
                <a:solidFill>
                  <a:schemeClr val="accent4">
                    <a:lumMod val="50000"/>
                  </a:schemeClr>
                </a:solidFill>
                <a:effectLst/>
                <a:uFillTx/>
                <a:latin typeface="Rockwell"/>
                <a:hlinkClick r:id="rId1"/>
              </a:rPr>
              <a:t>analu@ifsp.edu.br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Estrutura de site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069920" y="212148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header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nav (vertical)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main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aside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footer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m 4" descr=""/>
          <p:cNvPicPr/>
          <p:nvPr/>
        </p:nvPicPr>
        <p:blipFill>
          <a:blip r:embed="rId1"/>
          <a:stretch/>
        </p:blipFill>
        <p:spPr>
          <a:xfrm>
            <a:off x="227160" y="841680"/>
            <a:ext cx="11412720" cy="471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header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15" name="Imagem 4" descr=""/>
          <p:cNvPicPr/>
          <p:nvPr/>
        </p:nvPicPr>
        <p:blipFill>
          <a:blip r:embed="rId1"/>
          <a:stretch/>
        </p:blipFill>
        <p:spPr>
          <a:xfrm>
            <a:off x="3236760" y="1074600"/>
            <a:ext cx="7249680" cy="42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CaixaDeTexto 6"/>
          <p:cNvSpPr/>
          <p:nvPr/>
        </p:nvSpPr>
        <p:spPr>
          <a:xfrm>
            <a:off x="1262880" y="2268000"/>
            <a:ext cx="9223560" cy="83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26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&lt;header&gt;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426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 &lt;h1&gt;Adoção de gatos e gatinhos&lt;/h1&gt;    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426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426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&lt;/header&gt;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aixaDeTexto 8"/>
          <p:cNvSpPr/>
          <p:nvPr/>
        </p:nvSpPr>
        <p:spPr>
          <a:xfrm>
            <a:off x="4042080" y="3536640"/>
            <a:ext cx="6444000" cy="22471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header {    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	</a:t>
            </a: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   height: 45px;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     width: 100%;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     background-color:brown;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     border-bottom: 1px solid #fff;  }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000"/>
            </a:b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header h1 {color:#ddd;}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m 4" descr=""/>
          <p:cNvPicPr/>
          <p:nvPr/>
        </p:nvPicPr>
        <p:blipFill>
          <a:blip r:embed="rId1"/>
          <a:stretch/>
        </p:blipFill>
        <p:spPr>
          <a:xfrm>
            <a:off x="267120" y="484560"/>
            <a:ext cx="1780920" cy="25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Main: nav(vertical) e </a:t>
            </a:r>
            <a:br>
              <a:rPr sz="5400"/>
            </a:b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                    aside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20" name="CaixaDeTexto 6"/>
          <p:cNvSpPr/>
          <p:nvPr/>
        </p:nvSpPr>
        <p:spPr>
          <a:xfrm>
            <a:off x="542880" y="3429000"/>
            <a:ext cx="7387560" cy="31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&lt;main&gt;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 &lt;nav&gt;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&lt;ul&gt;            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&lt;li&gt;&lt;a href="#"&gt;Home&lt;/a&gt;&lt;/li&gt;  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 &lt;li&gt;&lt;a href="#"&gt;Doar&lt;/a&gt;&lt;/li&gt;  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 &lt;li&gt;&lt;a href="#"&gt;Adotar&lt;/a&gt;&lt;/li&gt;    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&lt;li&gt;&lt;a href="#"&gt;Contato&lt;/a&gt;&lt;/li&gt;        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&lt;/ul&gt;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&lt;/nav&gt;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aixaDeTexto 10"/>
          <p:cNvSpPr/>
          <p:nvPr/>
        </p:nvSpPr>
        <p:spPr>
          <a:xfrm>
            <a:off x="757800" y="2152080"/>
            <a:ext cx="6095520" cy="6465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main{height: 100%;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background-color: antiquewhite;}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ixaDeTexto 12"/>
          <p:cNvSpPr/>
          <p:nvPr/>
        </p:nvSpPr>
        <p:spPr>
          <a:xfrm>
            <a:off x="7503840" y="289800"/>
            <a:ext cx="3777480" cy="6186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 nav {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background: #9FA41D;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color: #272900;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padding: 2px 0;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margin-bottom: 22px;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float:left;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width: 150px;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height: 100%;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font-size: 18px;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text-align: left;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200"/>
            </a:b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 nav ul {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margin: 1em 0;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padding: 0;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list-style-type: none;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200"/>
            </a:b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 nav li {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padding: 0 10px;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border-right: 1px solid #C4C769;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 nav li a {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text-decoration: none;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color: #272900;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200"/>
            </a:b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 nav li a:hover {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text-decoration: none;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color: #fff;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background-color: #272900;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Main: nav(vertical) e </a:t>
            </a:r>
            <a:br>
              <a:rPr sz="5400"/>
            </a:b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                    aside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24" name="Imagem 3" descr=""/>
          <p:cNvPicPr/>
          <p:nvPr/>
        </p:nvPicPr>
        <p:blipFill>
          <a:blip r:embed="rId1"/>
          <a:stretch/>
        </p:blipFill>
        <p:spPr>
          <a:xfrm>
            <a:off x="358920" y="1306440"/>
            <a:ext cx="1952280" cy="34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CaixaDeTexto 7"/>
          <p:cNvSpPr/>
          <p:nvPr/>
        </p:nvSpPr>
        <p:spPr>
          <a:xfrm>
            <a:off x="2311560" y="1685520"/>
            <a:ext cx="7300440" cy="42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&lt;aside&gt;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 &lt;h3&gt;Adoção&lt;/h3&gt;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&lt;ul&gt;            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&lt;li&gt;&lt;a href="#"&gt;Arquivo1&lt;/a&gt;&lt;/li&gt;  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&lt;li&gt;&lt;a href="#"&gt;Arquivo2&lt;/a&gt;&lt;/li&gt;  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&lt;/ul&gt;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&lt;h3&gt;Patrocinadores&lt;/h3&gt;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&lt;ul&gt;            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&lt;li&gt;&lt;a href="#"&gt;A&lt;/a&gt;&lt;/li&gt;              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&lt;li&gt;&lt;a href="#"&gt;B&lt;/a&gt;&lt;/li&gt;              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&lt;li&gt;&lt;a href="#"&gt;C&lt;/a&gt;&lt;/li&gt;              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&lt;/ul&gt;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&lt;/aside&gt;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&lt;div&gt;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aixaDeTexto 9"/>
          <p:cNvSpPr/>
          <p:nvPr/>
        </p:nvSpPr>
        <p:spPr>
          <a:xfrm>
            <a:off x="7315200" y="1859760"/>
            <a:ext cx="4861800" cy="507852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 aside {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background-color: #B52C07;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float: right;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width: 165px;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height: 100%;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border-left: 1px solid #C5C877;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 aside ul {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margin: 1em 0;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padding: 0;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main aside ul li {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margin: 0 0 1em;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padding: 0;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list-style-type: none;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Main: nav(vertical) </a:t>
            </a:r>
            <a:br>
              <a:rPr sz="5400"/>
            </a:b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e aside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28" name="Imagem 4" descr=""/>
          <p:cNvPicPr/>
          <p:nvPr/>
        </p:nvPicPr>
        <p:blipFill>
          <a:blip r:embed="rId1"/>
          <a:stretch/>
        </p:blipFill>
        <p:spPr>
          <a:xfrm>
            <a:off x="4739040" y="1289160"/>
            <a:ext cx="5492880" cy="11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CaixaDeTexto 6"/>
          <p:cNvSpPr/>
          <p:nvPr/>
        </p:nvSpPr>
        <p:spPr>
          <a:xfrm>
            <a:off x="1069920" y="2566800"/>
            <a:ext cx="6724080" cy="30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&lt;div&gt;          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&lt;h3&gt;Motivos para ter um novo amigo é o que não falta.&lt;/h3&gt;              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&lt;p&gt;&lt;img src="Bene.jpeg" class="img_float"&gt;  &lt;/p&gt;                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 &lt;p&gt;Os felinos são donos de uma personalidade intrigante. Eles são independentes, fortes e possuem uma determinação invejável. Ter um gato em casa é descobrir uma coisa nova por dia e se acostumar com as fofurices que quebram o gelo de uma hora para outra. Esse pequeno fofuxo será um grande professor na sua vida e mudará muita coisa para melhor nos seus dias.&lt;/p&gt;            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&lt;p&gt; Não existe companhia mais fiel que a dos gatos. Adotando um companheiro para sua vida, verá que nunca mais se sentirá sozinha e terá sempre por perto um carinho sincero. O gatos adoram ficar deitados do seu lado ou no colo e se der uma brechinha na cama, eles se aconchegam e dormem bem gostoso.&lt;/p&gt;            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 &lt;/div&gt;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&lt;/main&gt;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aixaDeTexto 10"/>
          <p:cNvSpPr/>
          <p:nvPr/>
        </p:nvSpPr>
        <p:spPr>
          <a:xfrm>
            <a:off x="7852320" y="4258080"/>
            <a:ext cx="4339440" cy="258552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.img_float {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float: right;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padding: 2px;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border: 1px solid #9FA41D;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margin: 0 0 10px 10px;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width: 100px;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height: 100px;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footer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32" name="CaixaDeTexto 4"/>
          <p:cNvSpPr/>
          <p:nvPr/>
        </p:nvSpPr>
        <p:spPr>
          <a:xfrm>
            <a:off x="1190160" y="1951560"/>
            <a:ext cx="6095520" cy="1477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&lt;footer&gt;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    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        Copyright © AdoçãoGatos2022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&lt;/footer&gt;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aixaDeTexto 6"/>
          <p:cNvSpPr/>
          <p:nvPr/>
        </p:nvSpPr>
        <p:spPr>
          <a:xfrm>
            <a:off x="6429960" y="2487960"/>
            <a:ext cx="4571640" cy="3693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footer {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background-color: blue;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color:white;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text-align: right;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font-size: 90%;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background: #9FA41D;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height: auto;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padding: 15px;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margin:5px;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    }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069920" y="484560"/>
            <a:ext cx="10058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5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Faca você mesmo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069920" y="1729440"/>
            <a:ext cx="10058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Inserir uma nav horizontal no header.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Inserir uma tabela com várias imagens no main logo, abaixo do texto.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36" name="Imagem 5" descr=""/>
          <p:cNvPicPr/>
          <p:nvPr/>
        </p:nvPicPr>
        <p:blipFill>
          <a:blip r:embed="rId1"/>
          <a:stretch/>
        </p:blipFill>
        <p:spPr>
          <a:xfrm>
            <a:off x="1429560" y="2616480"/>
            <a:ext cx="9332280" cy="386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Tipo de Madeira">
  <a:themeElements>
    <a:clrScheme name="Tipo de Madeira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blipFill rotWithShape="1">
          <a:blip r:embed="rId1"/>
          <a:srcRect l="0" t="0" r="0" b="0"/>
          <a:tile tx="0" ty="0" sx="60000" sy="59000" flip="none" algn="tl"/>
        </a:blipFill>
        <a:blipFill rotWithShape="1">
          <a:blip r:embed="rId2"/>
          <a:srcRect l="0" t="0" r="0" b="0"/>
          <a:tile tx="0" ty="0" sx="60000" sy="59000" flip="none" algn="tl"/>
        </a:blip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shade val="97000"/>
          </a:schemeClr>
        </a:solidFill>
        <a:blipFill rotWithShape="1">
          <a:blip r:embed="rId3"/>
          <a:srcRect l="0" t="0" r="0" b="0"/>
          <a:tile tx="0" ty="0" sx="100000" sy="10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po de Madeira">
  <a:themeElements>
    <a:clrScheme name="Tipo de Madeira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blipFill rotWithShape="1">
          <a:blip r:embed="rId1"/>
          <a:srcRect l="0" t="0" r="0" b="0"/>
          <a:tile tx="0" ty="0" sx="60000" sy="59000" flip="none" algn="tl"/>
        </a:blipFill>
        <a:blipFill rotWithShape="1">
          <a:blip r:embed="rId2"/>
          <a:srcRect l="0" t="0" r="0" b="0"/>
          <a:tile tx="0" ty="0" sx="60000" sy="59000" flip="none" algn="tl"/>
        </a:blip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shade val="97000"/>
          </a:schemeClr>
        </a:solidFill>
        <a:blipFill rotWithShape="1">
          <a:blip r:embed="rId3"/>
          <a:srcRect l="0" t="0" r="0" b="0"/>
          <a:tile tx="0" ty="0" sx="100000" sy="10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12365</TotalTime>
  <Application>LibreOffice/25.2.1.2$Linux_X86_64 LibreOffice_project/520$Build-2</Application>
  <AppVersion>15.0000</AppVersion>
  <Words>2002</Words>
  <Paragraphs>304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2022-02-07T17:28:32Z</dcterms:created>
  <dc:creator>Ana Lucia</dc:creator>
  <dc:description/>
  <dc:language>pt-BR</dc:language>
  <cp:lastModifiedBy/>
  <dcterms:modified xsi:type="dcterms:W3CDTF">2025-06-12T07:02:40Z</dcterms:modified>
  <cp:revision>60</cp:revision>
  <dc:subject/>
  <dc:title>AW1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