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9"/>
  </p:notesMasterIdLst>
  <p:sldIdLst>
    <p:sldId id="297" r:id="rId2"/>
    <p:sldId id="298" r:id="rId3"/>
    <p:sldId id="303" r:id="rId4"/>
    <p:sldId id="299" r:id="rId5"/>
    <p:sldId id="300" r:id="rId6"/>
    <p:sldId id="301" r:id="rId7"/>
    <p:sldId id="302" r:id="rId8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5F5BA-0EBB-4ED6-9111-8D994895F1B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13452-4849-4CCD-A33B-152E6D2DB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54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10EE74A-990A-42DD-B50B-CF19918CD30A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2644C34-E8DA-40BF-9D50-8562E385011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32CC473-A126-41F6-B1A5-90347CA916A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1C8CDA1-87A2-44A7-A7D4-CCE925E12A0F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A3C62F9-A878-459C-A728-B7D54BC36FA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1069920" y="484560"/>
            <a:ext cx="10058040" cy="745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F89ED8-4398-4B70-BDFC-63B2766609A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44363ED-3304-4174-898F-6D2B9F3FB9F4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40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22404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121747F-4DEA-408D-9AE5-A9EDFBADD85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23DF815-6EFB-4A7D-B4D4-1FF7DB8B2E84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1069920" y="4237200"/>
            <a:ext cx="100580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1EA00F2-A8C5-4C3F-B4C3-F45144D92D11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24040" y="212148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106992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6224040" y="4237200"/>
            <a:ext cx="490824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AC50304-4D8D-4704-90E7-6DB94576D408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47084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7871760" y="212148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106992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447084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7871760" y="4237200"/>
            <a:ext cx="3238560" cy="19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9C0EAE5-0BE0-4DCB-8066-EAF36D3764A2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51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14"/>
              <a:srcRect/>
              <a:tile tx="67060" ty="0" sx="84990" sy="84992" algn="tl"/>
            </a:blipFill>
            <a:ln w="254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pt-BR" sz="5400" b="0" strike="noStrike" cap="all" spc="-1">
                <a:solidFill>
                  <a:srgbClr val="000000"/>
                </a:solidFill>
                <a:latin typeface="Rockwell Condensed"/>
              </a:rPr>
              <a:t>Clique para editar o título Mestre</a:t>
            </a:r>
            <a:endParaRPr lang="en-US" sz="54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82880" indent="-18288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lang="pt-BR" sz="2000" b="0" strike="noStrike" spc="-1">
                <a:solidFill>
                  <a:srgbClr val="000000"/>
                </a:solidFill>
                <a:latin typeface="Rockwell"/>
              </a:rPr>
              <a:t>Clique para editar os estilos de texto Mestres</a:t>
            </a: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  <a:p>
            <a:pPr marL="457200" lvl="1" indent="-18288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lang="pt-BR" sz="1800" b="0" strike="noStrike" spc="-1">
                <a:solidFill>
                  <a:srgbClr val="000000"/>
                </a:solidFill>
                <a:latin typeface="Rockwell"/>
              </a:rPr>
              <a:t>Segundo nível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731520" lvl="2" indent="-18288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lang="pt-BR" sz="1600" b="0" strike="noStrike" spc="-1">
                <a:solidFill>
                  <a:srgbClr val="000000"/>
                </a:solidFill>
                <a:latin typeface="Rockwell"/>
              </a:rPr>
              <a:t>Terceiro nível</a:t>
            </a:r>
            <a:endParaRPr lang="en-US" sz="1600" b="0" strike="noStrike" spc="-1">
              <a:solidFill>
                <a:srgbClr val="000000"/>
              </a:solidFill>
              <a:latin typeface="Rockwell"/>
            </a:endParaRPr>
          </a:p>
          <a:p>
            <a:pPr marL="1005840" lvl="3" indent="-18288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lang="pt-BR" sz="1600" b="0" strike="noStrike" spc="-1">
                <a:solidFill>
                  <a:srgbClr val="000000"/>
                </a:solidFill>
                <a:latin typeface="Rockwell"/>
              </a:rPr>
              <a:t>Quarto nível</a:t>
            </a:r>
            <a:endParaRPr lang="en-US" sz="1600" b="0" strike="noStrike" spc="-1">
              <a:solidFill>
                <a:srgbClr val="000000"/>
              </a:solidFill>
              <a:latin typeface="Rockwell"/>
            </a:endParaRPr>
          </a:p>
          <a:p>
            <a:pPr marL="1280160" lvl="4" indent="-18288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lang="pt-BR" sz="1600" b="0" strike="noStrike" spc="-1">
                <a:solidFill>
                  <a:srgbClr val="000000"/>
                </a:solidFill>
                <a:latin typeface="Rockwell"/>
              </a:rPr>
              <a:t>Quinto nível</a:t>
            </a:r>
            <a:endParaRPr lang="en-US" sz="16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4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100" b="0" strike="noStrike" spc="-1">
                <a:solidFill>
                  <a:srgbClr val="696464"/>
                </a:solidFill>
                <a:latin typeface="Rockwel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pt-BR" sz="1100" b="0" strike="noStrike" spc="-1">
                <a:solidFill>
                  <a:srgbClr val="696464"/>
                </a:solidFill>
                <a:latin typeface="Rockwell"/>
              </a:rPr>
              <a:t>&lt;data/hora&gt;</a:t>
            </a:r>
            <a:endParaRPr lang="pt-BR" sz="11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5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sldNum" idx="6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lang="pt-BR" sz="1400" b="1" strike="noStrike" spc="-1">
                <a:solidFill>
                  <a:srgbClr val="FFFFFF"/>
                </a:solidFill>
                <a:latin typeface="Rockwell Condensed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8FBB24E-63B5-4D1F-951F-6654CED81F0B}" type="slidenum">
              <a:rPr lang="pt-BR" sz="1400" b="1" strike="noStrike" spc="-1">
                <a:solidFill>
                  <a:srgbClr val="FFFFFF"/>
                </a:solidFill>
                <a:latin typeface="Rockwell Condensed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9CD46BE-3CE7-49C3-CF95-0D946381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Mercado PET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DDA8A8-9C1B-03FC-86C7-C9447E8F031B}"/>
              </a:ext>
            </a:extLst>
          </p:cNvPr>
          <p:cNvSpPr txBox="1"/>
          <p:nvPr/>
        </p:nvSpPr>
        <p:spPr>
          <a:xfrm>
            <a:off x="2464230" y="3276753"/>
            <a:ext cx="7675499" cy="110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2200" dirty="0"/>
              <a:t>Copiar todas as imagens do Moodle para a pasta estudante</a:t>
            </a:r>
          </a:p>
          <a:p>
            <a:r>
              <a:rPr lang="pt-BR" sz="2200" dirty="0"/>
              <a:t>Criar um arquivo </a:t>
            </a:r>
            <a:r>
              <a:rPr lang="pt-BR" sz="2200" dirty="0" err="1"/>
              <a:t>html</a:t>
            </a:r>
            <a:r>
              <a:rPr lang="pt-BR" sz="2200" dirty="0"/>
              <a:t> com o nome MercadoPet.html</a:t>
            </a:r>
          </a:p>
          <a:p>
            <a:r>
              <a:rPr lang="pt-BR" sz="2200" dirty="0"/>
              <a:t>Criar um arquivo </a:t>
            </a:r>
            <a:r>
              <a:rPr lang="pt-BR" sz="2200" dirty="0" err="1"/>
              <a:t>css</a:t>
            </a:r>
            <a:r>
              <a:rPr lang="pt-BR" sz="2200" dirty="0"/>
              <a:t> com o nome EstiloMercado.css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748F9F-4C9E-3C37-A840-D098B1F70150}"/>
              </a:ext>
            </a:extLst>
          </p:cNvPr>
          <p:cNvSpPr txBox="1"/>
          <p:nvPr/>
        </p:nvSpPr>
        <p:spPr>
          <a:xfrm>
            <a:off x="1627322" y="2014841"/>
            <a:ext cx="7648248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Criar e testar passo a passo</a:t>
            </a:r>
          </a:p>
          <a:p>
            <a:r>
              <a:rPr lang="pt-BR" dirty="0"/>
              <a:t>Buscar no Google o significado de todas as propriedades desconhecidas</a:t>
            </a:r>
          </a:p>
        </p:txBody>
      </p:sp>
    </p:spTree>
    <p:extLst>
      <p:ext uri="{BB962C8B-B14F-4D97-AF65-F5344CB8AC3E}">
        <p14:creationId xmlns:p14="http://schemas.microsoft.com/office/powerpoint/2010/main" val="96140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40C48D-1B6D-6062-B3DF-ADDAEC04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2" y="-188071"/>
            <a:ext cx="10058040" cy="1608840"/>
          </a:xfrm>
        </p:spPr>
        <p:txBody>
          <a:bodyPr/>
          <a:lstStyle/>
          <a:p>
            <a:r>
              <a:rPr lang="pt-BR" dirty="0"/>
              <a:t>Arquivo </a:t>
            </a:r>
            <a:r>
              <a:rPr lang="pt-BR" dirty="0" err="1"/>
              <a:t>html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95D3DF-A057-1D80-E9D0-F892F7007A0C}"/>
              </a:ext>
            </a:extLst>
          </p:cNvPr>
          <p:cNvSpPr txBox="1"/>
          <p:nvPr/>
        </p:nvSpPr>
        <p:spPr>
          <a:xfrm>
            <a:off x="605705" y="1174826"/>
            <a:ext cx="9498633" cy="39703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&lt;!DOCTYPE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&lt;link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rel</a:t>
            </a:r>
            <a:r>
              <a:rPr lang="pt-BR" b="0" dirty="0">
                <a:effectLst/>
                <a:latin typeface="Consolas" panose="020B0609020204030204" pitchFamily="49" charset="0"/>
              </a:rPr>
              <a:t>="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stylesheet</a:t>
            </a:r>
            <a:r>
              <a:rPr lang="pt-BR" b="0" dirty="0">
                <a:effectLst/>
                <a:latin typeface="Consolas" panose="020B0609020204030204" pitchFamily="49" charset="0"/>
              </a:rPr>
              <a:t>"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href</a:t>
            </a:r>
            <a:r>
              <a:rPr lang="pt-BR" b="0" dirty="0">
                <a:effectLst/>
                <a:latin typeface="Consolas" panose="020B0609020204030204" pitchFamily="49" charset="0"/>
              </a:rPr>
              <a:t>=“</a:t>
            </a:r>
            <a:r>
              <a:rPr lang="pt-BR" dirty="0">
                <a:latin typeface="Consolas" panose="020B0609020204030204" pitchFamily="49" charset="0"/>
              </a:rPr>
              <a:t>EstiloMercado</a:t>
            </a:r>
            <a:r>
              <a:rPr lang="pt-BR" b="0" dirty="0">
                <a:effectLst/>
                <a:latin typeface="Consolas" panose="020B0609020204030204" pitchFamily="49" charset="0"/>
              </a:rPr>
              <a:t>.css"&gt;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&lt;body&gt;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    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id="topo"&gt;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        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pt-BR" b="0" dirty="0">
                <a:effectLst/>
                <a:latin typeface="Consolas" panose="020B0609020204030204" pitchFamily="49" charset="0"/>
              </a:rPr>
              <a:t>-logo"&gt;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             &lt;h1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effectLst/>
                <a:latin typeface="Consolas" panose="020B0609020204030204" pitchFamily="49" charset="0"/>
              </a:rPr>
              <a:t>="logo"&gt; &lt;a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href</a:t>
            </a:r>
            <a:r>
              <a:rPr lang="pt-BR" b="0" dirty="0">
                <a:effectLst/>
                <a:latin typeface="Consolas" panose="020B0609020204030204" pitchFamily="49" charset="0"/>
              </a:rPr>
              <a:t>=""&gt;Mercado </a:t>
            </a:r>
            <a:r>
              <a:rPr lang="pt-BR" dirty="0">
                <a:latin typeface="Consolas" panose="020B0609020204030204" pitchFamily="49" charset="0"/>
              </a:rPr>
              <a:t>PET</a:t>
            </a:r>
            <a:r>
              <a:rPr lang="pt-BR" b="0" dirty="0">
                <a:effectLst/>
                <a:latin typeface="Consolas" panose="020B0609020204030204" pitchFamily="49" charset="0"/>
              </a:rPr>
              <a:t>&lt;/a&gt;  &lt;/h1&gt;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       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   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    &lt;/body&gt;</a:t>
            </a:r>
          </a:p>
          <a:p>
            <a:pPr>
              <a:buNone/>
            </a:pPr>
            <a:r>
              <a:rPr lang="pt-BR" dirty="0">
                <a:latin typeface="Consolas" panose="020B0609020204030204" pitchFamily="49" charset="0"/>
              </a:rPr>
              <a:t>&lt;/</a:t>
            </a:r>
            <a:r>
              <a:rPr lang="pt-BR" dirty="0" err="1">
                <a:latin typeface="Consolas" panose="020B0609020204030204" pitchFamily="49" charset="0"/>
              </a:rPr>
              <a:t>html</a:t>
            </a:r>
            <a:r>
              <a:rPr lang="pt-BR" dirty="0">
                <a:latin typeface="Consolas" panose="020B0609020204030204" pitchFamily="49" charset="0"/>
              </a:rPr>
              <a:t>&gt;</a:t>
            </a:r>
            <a:endParaRPr lang="pt-BR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B7A655-6470-71D7-3CB1-1B2600F2B489}"/>
              </a:ext>
            </a:extLst>
          </p:cNvPr>
          <p:cNvSpPr txBox="1"/>
          <p:nvPr/>
        </p:nvSpPr>
        <p:spPr>
          <a:xfrm>
            <a:off x="7842876" y="619161"/>
            <a:ext cx="3743419" cy="254082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#topo {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position: relative;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background: #dbcd87;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height: 15px;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min-height: 250px;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C29FE9-F4DB-25C0-D7F7-14BB944CE5B1}"/>
              </a:ext>
            </a:extLst>
          </p:cNvPr>
          <p:cNvSpPr txBox="1"/>
          <p:nvPr/>
        </p:nvSpPr>
        <p:spPr>
          <a:xfrm>
            <a:off x="3992059" y="4199717"/>
            <a:ext cx="6853258" cy="230832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#area-logo {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position: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absolute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background: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pt-BR" b="0" dirty="0">
                <a:effectLst/>
                <a:latin typeface="Consolas" panose="020B0609020204030204" pitchFamily="49" charset="0"/>
              </a:rPr>
              <a:t>(topo-imagem-principal.png)no-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repeat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width</a:t>
            </a:r>
            <a:r>
              <a:rPr lang="pt-BR" b="0" dirty="0">
                <a:effectLst/>
                <a:latin typeface="Consolas" panose="020B0609020204030204" pitchFamily="49" charset="0"/>
              </a:rPr>
              <a:t>: 100%;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height</a:t>
            </a:r>
            <a:r>
              <a:rPr lang="pt-BR" b="0" dirty="0">
                <a:effectLst/>
                <a:latin typeface="Consolas" panose="020B0609020204030204" pitchFamily="49" charset="0"/>
              </a:rPr>
              <a:t>: 250px;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top: 0;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left</a:t>
            </a:r>
            <a:r>
              <a:rPr lang="pt-BR" b="0" dirty="0">
                <a:effectLst/>
                <a:latin typeface="Consolas" panose="020B0609020204030204" pitchFamily="49" charset="0"/>
              </a:rPr>
              <a:t>: 0;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z-index: 1; 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5B3087B-A328-A2A4-0AA4-B5CDC7EDE5E6}"/>
              </a:ext>
            </a:extLst>
          </p:cNvPr>
          <p:cNvSpPr txBox="1"/>
          <p:nvPr/>
        </p:nvSpPr>
        <p:spPr>
          <a:xfrm>
            <a:off x="3461144" y="5353879"/>
            <a:ext cx="530915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pt-BR" dirty="0" err="1"/>
              <a:t>css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8BB489-DBDE-167A-78A0-375181DE02E6}"/>
              </a:ext>
            </a:extLst>
          </p:cNvPr>
          <p:cNvSpPr txBox="1"/>
          <p:nvPr/>
        </p:nvSpPr>
        <p:spPr>
          <a:xfrm>
            <a:off x="9301422" y="225760"/>
            <a:ext cx="530915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pt-BR" dirty="0" err="1"/>
              <a:t>css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2682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6397BD78-ED1A-1DE4-97E6-BB1EAD5951FE}"/>
              </a:ext>
            </a:extLst>
          </p:cNvPr>
          <p:cNvSpPr txBox="1"/>
          <p:nvPr/>
        </p:nvSpPr>
        <p:spPr>
          <a:xfrm>
            <a:off x="2913859" y="2509155"/>
            <a:ext cx="6106332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.logo a {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position: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absolute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top: 15px;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left</a:t>
            </a:r>
            <a:r>
              <a:rPr lang="pt-BR" b="0" dirty="0">
                <a:effectLst/>
                <a:latin typeface="Consolas" panose="020B0609020204030204" pitchFamily="49" charset="0"/>
              </a:rPr>
              <a:t>: 15px;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z-index: 3;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background: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pt-BR" b="0" dirty="0">
                <a:effectLst/>
                <a:latin typeface="Consolas" panose="020B0609020204030204" pitchFamily="49" charset="0"/>
              </a:rPr>
              <a:t>(logo1.png) no-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repeat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width</a:t>
            </a:r>
            <a:r>
              <a:rPr lang="pt-BR" b="0" dirty="0">
                <a:effectLst/>
                <a:latin typeface="Consolas" panose="020B0609020204030204" pitchFamily="49" charset="0"/>
              </a:rPr>
              <a:t>: 151px;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height</a:t>
            </a:r>
            <a:r>
              <a:rPr lang="pt-BR" b="0" dirty="0">
                <a:effectLst/>
                <a:latin typeface="Consolas" panose="020B0609020204030204" pitchFamily="49" charset="0"/>
              </a:rPr>
              <a:t>: 66px;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text-indent</a:t>
            </a:r>
            <a:r>
              <a:rPr lang="pt-BR" b="0" dirty="0">
                <a:effectLst/>
                <a:latin typeface="Consolas" panose="020B0609020204030204" pitchFamily="49" charset="0"/>
              </a:rPr>
              <a:t>: -9000px; 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3E69A4-401D-050E-B965-B5A765AEB521}"/>
              </a:ext>
            </a:extLst>
          </p:cNvPr>
          <p:cNvSpPr txBox="1"/>
          <p:nvPr/>
        </p:nvSpPr>
        <p:spPr>
          <a:xfrm>
            <a:off x="2779219" y="3801816"/>
            <a:ext cx="530915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pt-BR" dirty="0" err="1"/>
              <a:t>css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657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E2348FB-EAB9-A7FC-EF51-E2564A9F2EFE}"/>
              </a:ext>
            </a:extLst>
          </p:cNvPr>
          <p:cNvSpPr txBox="1"/>
          <p:nvPr/>
        </p:nvSpPr>
        <p:spPr>
          <a:xfrm>
            <a:off x="182106" y="336939"/>
            <a:ext cx="8915401" cy="230832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&lt;body&gt;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id="topo"&gt;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pt-BR" b="0" dirty="0">
                <a:effectLst/>
                <a:latin typeface="Consolas" panose="020B0609020204030204" pitchFamily="49" charset="0"/>
              </a:rPr>
              <a:t>-logo"&gt;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	&lt;h1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effectLst/>
                <a:latin typeface="Consolas" panose="020B0609020204030204" pitchFamily="49" charset="0"/>
              </a:rPr>
              <a:t>="logo"&gt; &lt;a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href</a:t>
            </a:r>
            <a:r>
              <a:rPr lang="pt-BR" b="0" dirty="0">
                <a:effectLst/>
                <a:latin typeface="Consolas" panose="020B0609020204030204" pitchFamily="49" charset="0"/>
              </a:rPr>
              <a:t>=""&gt;Mercado Pet&lt;/a&gt;  &lt;/h1&gt;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 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br>
              <a:rPr lang="pt-BR" b="0" dirty="0">
                <a:effectLst/>
                <a:latin typeface="Consolas" panose="020B0609020204030204" pitchFamily="49" charset="0"/>
              </a:rPr>
            </a:br>
            <a:r>
              <a:rPr lang="pt-BR" b="0" dirty="0">
                <a:effectLst/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04CAF1-5620-AAAB-61E5-1A8A587FFDB3}"/>
              </a:ext>
            </a:extLst>
          </p:cNvPr>
          <p:cNvSpPr txBox="1"/>
          <p:nvPr/>
        </p:nvSpPr>
        <p:spPr>
          <a:xfrm>
            <a:off x="693549" y="2181413"/>
            <a:ext cx="9581827" cy="20313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pt-BR" b="0" dirty="0">
                <a:effectLst/>
                <a:latin typeface="Consolas" panose="020B0609020204030204" pitchFamily="49" charset="0"/>
              </a:rPr>
              <a:t>-menu"&gt;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id="menu-locais"&gt;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	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span</a:t>
            </a:r>
            <a:r>
              <a:rPr lang="pt-BR" b="0" dirty="0"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effectLst/>
                <a:latin typeface="Consolas" panose="020B0609020204030204" pitchFamily="49" charset="0"/>
              </a:rPr>
              <a:t>="locais"&gt;São Paulo - Uberlândia – Salvador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span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	&lt;a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effectLst/>
                <a:latin typeface="Consolas" panose="020B0609020204030204" pitchFamily="49" charset="0"/>
              </a:rPr>
              <a:t>="reserva"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href</a:t>
            </a:r>
            <a:r>
              <a:rPr lang="pt-BR" b="0" dirty="0">
                <a:effectLst/>
                <a:latin typeface="Consolas" panose="020B0609020204030204" pitchFamily="49" charset="0"/>
              </a:rPr>
              <a:t>=""&gt;Reservar&lt;/a&gt;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</a:t>
            </a:r>
          </a:p>
          <a:p>
            <a:pPr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  <a:r>
              <a:rPr lang="pt-BR" b="0" dirty="0"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style</a:t>
            </a:r>
            <a:r>
              <a:rPr lang="pt-BR" b="0" dirty="0">
                <a:effectLst/>
                <a:latin typeface="Consolas" panose="020B0609020204030204" pitchFamily="49" charset="0"/>
              </a:rPr>
              <a:t>="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clear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both</a:t>
            </a:r>
            <a:r>
              <a:rPr lang="pt-BR" b="0" dirty="0">
                <a:effectLst/>
                <a:latin typeface="Consolas" panose="020B0609020204030204" pitchFamily="49" charset="0"/>
              </a:rPr>
              <a:t>;"&gt;&lt;/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0BE89FD-0DEB-9BE2-4F60-34058420107D}"/>
              </a:ext>
            </a:extLst>
          </p:cNvPr>
          <p:cNvSpPr txBox="1"/>
          <p:nvPr/>
        </p:nvSpPr>
        <p:spPr>
          <a:xfrm>
            <a:off x="182106" y="4367721"/>
            <a:ext cx="6962613" cy="2308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#area-menu {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position: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absolute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top: 0;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right</a:t>
            </a:r>
            <a:r>
              <a:rPr lang="pt-BR" b="0" dirty="0">
                <a:effectLst/>
                <a:latin typeface="Consolas" panose="020B0609020204030204" pitchFamily="49" charset="0"/>
              </a:rPr>
              <a:t>: 0;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background: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pt-BR" b="0" dirty="0">
                <a:effectLst/>
                <a:latin typeface="Consolas" panose="020B0609020204030204" pitchFamily="49" charset="0"/>
              </a:rPr>
              <a:t>(topo-imagem-lateral.png) no-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repeat</a:t>
            </a:r>
            <a:r>
              <a:rPr lang="pt-BR" b="0" dirty="0">
                <a:effectLst/>
                <a:latin typeface="Consolas" panose="020B0609020204030204" pitchFamily="49" charset="0"/>
              </a:rPr>
              <a:t>; ;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width</a:t>
            </a:r>
            <a:r>
              <a:rPr lang="pt-BR" b="0" dirty="0">
                <a:effectLst/>
                <a:latin typeface="Consolas" panose="020B0609020204030204" pitchFamily="49" charset="0"/>
              </a:rPr>
              <a:t>: 450px;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height</a:t>
            </a:r>
            <a:r>
              <a:rPr lang="pt-BR" b="0" dirty="0">
                <a:effectLst/>
                <a:latin typeface="Consolas" panose="020B0609020204030204" pitchFamily="49" charset="0"/>
              </a:rPr>
              <a:t>: 250px;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z-index: 2;}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C737417-382E-5487-5CF6-8DCD71BE916B}"/>
              </a:ext>
            </a:extLst>
          </p:cNvPr>
          <p:cNvSpPr txBox="1"/>
          <p:nvPr/>
        </p:nvSpPr>
        <p:spPr>
          <a:xfrm>
            <a:off x="7264830" y="3509602"/>
            <a:ext cx="3955942" cy="313932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#menu-locais .locais {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left</a:t>
            </a:r>
            <a:r>
              <a:rPr lang="pt-BR" b="0" dirty="0">
                <a:effectLst/>
                <a:latin typeface="Consolas" panose="020B0609020204030204" pitchFamily="49" charset="0"/>
              </a:rPr>
              <a:t>;}</a:t>
            </a:r>
          </a:p>
          <a:p>
            <a:pPr>
              <a:buNone/>
            </a:pPr>
            <a:endParaRPr lang="pt-BR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a {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text-decoration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none</a:t>
            </a:r>
            <a:r>
              <a:rPr lang="pt-BR" b="0" dirty="0"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endParaRPr lang="pt-BR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a.reserva</a:t>
            </a:r>
            <a:r>
              <a:rPr lang="pt-BR" b="0" dirty="0"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text-transform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uppercase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background: #a29750;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color: #fff5b0;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padding</a:t>
            </a:r>
            <a:r>
              <a:rPr lang="pt-BR" b="0" dirty="0">
                <a:effectLst/>
                <a:latin typeface="Consolas" panose="020B0609020204030204" pitchFamily="49" charset="0"/>
              </a:rPr>
              <a:t>: 5px 10px;</a:t>
            </a: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right</a:t>
            </a:r>
            <a:r>
              <a:rPr lang="pt-BR" b="0" dirty="0">
                <a:effectLst/>
                <a:latin typeface="Consolas" panose="020B0609020204030204" pitchFamily="49" charset="0"/>
              </a:rPr>
              <a:t>;}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40E454-1893-D942-A4D4-6BCC1F6207F9}"/>
              </a:ext>
            </a:extLst>
          </p:cNvPr>
          <p:cNvSpPr txBox="1"/>
          <p:nvPr/>
        </p:nvSpPr>
        <p:spPr>
          <a:xfrm>
            <a:off x="3713732" y="4489737"/>
            <a:ext cx="530915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pt-BR" dirty="0" err="1"/>
              <a:t>css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94FA29-7E58-8A0D-B2DC-D8F49C8D86A8}"/>
              </a:ext>
            </a:extLst>
          </p:cNvPr>
          <p:cNvSpPr txBox="1"/>
          <p:nvPr/>
        </p:nvSpPr>
        <p:spPr>
          <a:xfrm>
            <a:off x="10689857" y="3808386"/>
            <a:ext cx="53091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 err="1"/>
              <a:t>css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0F20D0B-E23A-BDBB-F716-3F8EA45F75F5}"/>
              </a:ext>
            </a:extLst>
          </p:cNvPr>
          <p:cNvSpPr txBox="1"/>
          <p:nvPr/>
        </p:nvSpPr>
        <p:spPr>
          <a:xfrm>
            <a:off x="6047616" y="458955"/>
            <a:ext cx="620683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html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4C5CE2B-0A76-EFC9-CC0A-E5C5F5EE9DA4}"/>
              </a:ext>
            </a:extLst>
          </p:cNvPr>
          <p:cNvSpPr txBox="1"/>
          <p:nvPr/>
        </p:nvSpPr>
        <p:spPr>
          <a:xfrm>
            <a:off x="6954488" y="2234785"/>
            <a:ext cx="620683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html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00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2CCFD33-19BA-64B5-2E58-DA789BF85E5E}"/>
              </a:ext>
            </a:extLst>
          </p:cNvPr>
          <p:cNvSpPr txBox="1"/>
          <p:nvPr/>
        </p:nvSpPr>
        <p:spPr>
          <a:xfrm>
            <a:off x="1638300" y="3631080"/>
            <a:ext cx="8915400" cy="313932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&lt;div id="menu"&gt;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  &lt;ul id="navegacao"&gt;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      &lt;li&gt;&lt;a href=""&gt;Home&lt;/a&gt;&lt;/li&gt;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      &lt;li&gt;&lt;a href=""&gt;Instalações&lt;/a&gt;&lt;/li&gt;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      &lt;li&gt;&lt;a href=""&gt;Produtos&lt;/a&gt;&lt;/li&gt;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      &lt;li&gt;&lt;a href=""&gt;Agenda&lt;/a&gt;&lt;/li&gt;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      &lt;li&gt;&lt;a href=""&gt;Contato&lt;/a&gt;&lt;/li&gt;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   &lt;/ul&gt;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       &lt;img class="depoimento" src="depoimento.png"&gt;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  &lt;/div&gt;</a:t>
            </a:r>
          </a:p>
          <a:p>
            <a:pPr>
              <a:buNone/>
            </a:pPr>
            <a:r>
              <a:rPr lang="it-IT" b="0" dirty="0">
                <a:effectLst/>
                <a:latin typeface="Consolas" panose="020B0609020204030204" pitchFamily="49" charset="0"/>
              </a:rPr>
              <a:t>&lt;/div&gt;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A244747-3521-66CE-23E9-9A81774C7C4C}"/>
              </a:ext>
            </a:extLst>
          </p:cNvPr>
          <p:cNvSpPr txBox="1"/>
          <p:nvPr/>
        </p:nvSpPr>
        <p:spPr>
          <a:xfrm>
            <a:off x="0" y="0"/>
            <a:ext cx="8915401" cy="230832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&lt;body&gt;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id="topo"&gt;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pt-BR" b="0" dirty="0">
                <a:effectLst/>
                <a:latin typeface="Consolas" panose="020B0609020204030204" pitchFamily="49" charset="0"/>
              </a:rPr>
              <a:t>-logo"&gt;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	&lt;h1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effectLst/>
                <a:latin typeface="Consolas" panose="020B0609020204030204" pitchFamily="49" charset="0"/>
              </a:rPr>
              <a:t>="logo"&gt; &lt;a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href</a:t>
            </a:r>
            <a:r>
              <a:rPr lang="pt-BR" b="0" dirty="0">
                <a:effectLst/>
                <a:latin typeface="Consolas" panose="020B0609020204030204" pitchFamily="49" charset="0"/>
              </a:rPr>
              <a:t>=""&gt;Mercado Pet&lt;/a&gt;  &lt;/h1&gt;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  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br>
              <a:rPr lang="pt-BR" b="0" dirty="0">
                <a:effectLst/>
                <a:latin typeface="Consolas" panose="020B0609020204030204" pitchFamily="49" charset="0"/>
              </a:rPr>
            </a:br>
            <a:r>
              <a:rPr lang="pt-BR" b="0" dirty="0">
                <a:effectLst/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4276B5-1670-B902-521C-A724078A14B9}"/>
              </a:ext>
            </a:extLst>
          </p:cNvPr>
          <p:cNvSpPr txBox="1"/>
          <p:nvPr/>
        </p:nvSpPr>
        <p:spPr>
          <a:xfrm>
            <a:off x="1158498" y="1657259"/>
            <a:ext cx="9581827" cy="20313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area</a:t>
            </a:r>
            <a:r>
              <a:rPr lang="pt-BR" b="0" dirty="0">
                <a:effectLst/>
                <a:latin typeface="Consolas" panose="020B0609020204030204" pitchFamily="49" charset="0"/>
              </a:rPr>
              <a:t>-menu"&gt;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id="menu-locais"&gt;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	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span</a:t>
            </a:r>
            <a:r>
              <a:rPr lang="pt-BR" b="0" dirty="0"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effectLst/>
                <a:latin typeface="Consolas" panose="020B0609020204030204" pitchFamily="49" charset="0"/>
              </a:rPr>
              <a:t>="locais"&gt;São Paulo - Uberlândia – Salvador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span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	&lt;a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effectLst/>
                <a:latin typeface="Consolas" panose="020B0609020204030204" pitchFamily="49" charset="0"/>
              </a:rPr>
              <a:t>="reserva"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href</a:t>
            </a:r>
            <a:r>
              <a:rPr lang="pt-BR" b="0" dirty="0">
                <a:effectLst/>
                <a:latin typeface="Consolas" panose="020B0609020204030204" pitchFamily="49" charset="0"/>
              </a:rPr>
              <a:t>=""&gt;Reservar&lt;/a&gt;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   </a:t>
            </a:r>
          </a:p>
          <a:p>
            <a:pPr>
              <a:buNone/>
            </a:pPr>
            <a:r>
              <a:rPr lang="pt-BR" dirty="0">
                <a:latin typeface="Consolas" panose="020B0609020204030204" pitchFamily="49" charset="0"/>
              </a:rPr>
              <a:t>	</a:t>
            </a:r>
            <a:r>
              <a:rPr lang="pt-BR" b="0" dirty="0"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style</a:t>
            </a:r>
            <a:r>
              <a:rPr lang="pt-BR" b="0" dirty="0">
                <a:effectLst/>
                <a:latin typeface="Consolas" panose="020B0609020204030204" pitchFamily="49" charset="0"/>
              </a:rPr>
              <a:t>="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clear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both</a:t>
            </a:r>
            <a:r>
              <a:rPr lang="pt-BR" b="0" dirty="0">
                <a:effectLst/>
                <a:latin typeface="Consolas" panose="020B0609020204030204" pitchFamily="49" charset="0"/>
              </a:rPr>
              <a:t>;"&gt;&lt;/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C3D56-8A45-DA53-7A78-75F1DB3C5BDD}"/>
              </a:ext>
            </a:extLst>
          </p:cNvPr>
          <p:cNvSpPr txBox="1"/>
          <p:nvPr/>
        </p:nvSpPr>
        <p:spPr>
          <a:xfrm>
            <a:off x="6047616" y="458955"/>
            <a:ext cx="620683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html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492576-6F57-EA04-E999-A3FC91984E9D}"/>
              </a:ext>
            </a:extLst>
          </p:cNvPr>
          <p:cNvSpPr txBox="1"/>
          <p:nvPr/>
        </p:nvSpPr>
        <p:spPr>
          <a:xfrm>
            <a:off x="7889332" y="2847262"/>
            <a:ext cx="620683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html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B0C91F0-6357-E230-062A-527D92A324CD}"/>
              </a:ext>
            </a:extLst>
          </p:cNvPr>
          <p:cNvSpPr txBox="1"/>
          <p:nvPr/>
        </p:nvSpPr>
        <p:spPr>
          <a:xfrm>
            <a:off x="8510015" y="4367827"/>
            <a:ext cx="620683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html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296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FC301E5-6383-6123-C835-3F797DF977D7}"/>
              </a:ext>
            </a:extLst>
          </p:cNvPr>
          <p:cNvSpPr txBox="1"/>
          <p:nvPr/>
        </p:nvSpPr>
        <p:spPr>
          <a:xfrm>
            <a:off x="817536" y="335845"/>
            <a:ext cx="8481447" cy="59093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#menu {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margin</a:t>
            </a:r>
            <a:r>
              <a:rPr lang="pt-BR" b="0" dirty="0">
                <a:effectLst/>
                <a:latin typeface="Consolas" panose="020B0609020204030204" pitchFamily="49" charset="0"/>
              </a:rPr>
              <a:t>-top: 15px;}</a:t>
            </a:r>
          </a:p>
          <a:p>
            <a:pPr>
              <a:buNone/>
            </a:pPr>
            <a:endParaRPr lang="pt-BR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ul</a:t>
            </a:r>
            <a:r>
              <a:rPr lang="pt-BR" b="0" dirty="0">
                <a:effectLst/>
                <a:latin typeface="Consolas" panose="020B0609020204030204" pitchFamily="49" charset="0"/>
              </a:rPr>
              <a:t> {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list-style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none</a:t>
            </a:r>
            <a:r>
              <a:rPr lang="pt-BR" b="0" dirty="0"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endParaRPr lang="pt-BR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ul#navegacao</a:t>
            </a:r>
            <a:r>
              <a:rPr lang="pt-BR" b="0" dirty="0">
                <a:effectLst/>
                <a:latin typeface="Consolas" panose="020B0609020204030204" pitchFamily="49" charset="0"/>
              </a:rPr>
              <a:t> {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left</a:t>
            </a:r>
            <a:r>
              <a:rPr lang="pt-BR" b="0" dirty="0"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endParaRPr lang="pt-BR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ul#navegacao</a:t>
            </a:r>
            <a:r>
              <a:rPr lang="pt-BR" b="0" dirty="0">
                <a:effectLst/>
                <a:latin typeface="Consolas" panose="020B0609020204030204" pitchFamily="49" charset="0"/>
              </a:rPr>
              <a:t> a {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text-transform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uppercase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font-size</a:t>
            </a:r>
            <a:r>
              <a:rPr lang="pt-BR" b="0" dirty="0">
                <a:effectLst/>
                <a:latin typeface="Consolas" panose="020B0609020204030204" pitchFamily="49" charset="0"/>
              </a:rPr>
              <a:t>: 0.8em;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padding</a:t>
            </a:r>
            <a:r>
              <a:rPr lang="pt-BR" b="0" dirty="0">
                <a:effectLst/>
                <a:latin typeface="Consolas" panose="020B0609020204030204" pitchFamily="49" charset="0"/>
              </a:rPr>
              <a:t>: 5px;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color: #6e672c;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line-height</a:t>
            </a:r>
            <a:r>
              <a:rPr lang="pt-BR" b="0" dirty="0">
                <a:effectLst/>
                <a:latin typeface="Consolas" panose="020B0609020204030204" pitchFamily="49" charset="0"/>
              </a:rPr>
              <a:t>: 30px;}</a:t>
            </a:r>
          </a:p>
          <a:p>
            <a:pPr>
              <a:buNone/>
            </a:pPr>
            <a:endParaRPr lang="pt-BR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ul#navegacao</a:t>
            </a:r>
            <a:r>
              <a:rPr lang="pt-BR" b="0" dirty="0">
                <a:effectLst/>
                <a:latin typeface="Consolas" panose="020B0609020204030204" pitchFamily="49" charset="0"/>
              </a:rPr>
              <a:t> a:hover {background: #fdf6be; }</a:t>
            </a:r>
          </a:p>
          <a:p>
            <a:pPr>
              <a:buNone/>
            </a:pPr>
            <a:endParaRPr lang="pt-BR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.depoimento {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width</a:t>
            </a:r>
            <a:r>
              <a:rPr lang="pt-BR" b="0" dirty="0">
                <a:effectLst/>
                <a:latin typeface="Consolas" panose="020B0609020204030204" pitchFamily="49" charset="0"/>
              </a:rPr>
              <a:t>: 226px;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height</a:t>
            </a:r>
            <a:r>
              <a:rPr lang="pt-BR" b="0" dirty="0">
                <a:effectLst/>
                <a:latin typeface="Consolas" panose="020B0609020204030204" pitchFamily="49" charset="0"/>
              </a:rPr>
              <a:t>: 164px;</a:t>
            </a:r>
          </a:p>
          <a:p>
            <a:pPr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	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float</a:t>
            </a:r>
            <a:r>
              <a:rPr lang="pt-BR" b="0" dirty="0">
                <a:effectLst/>
                <a:latin typeface="Consolas" panose="020B0609020204030204" pitchFamily="49" charset="0"/>
              </a:rPr>
              <a:t>: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right</a:t>
            </a:r>
            <a:r>
              <a:rPr lang="pt-BR" b="0" dirty="0"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br>
              <a:rPr lang="pt-BR" b="0" dirty="0">
                <a:effectLst/>
                <a:latin typeface="Consolas" panose="020B0609020204030204" pitchFamily="49" charset="0"/>
              </a:rPr>
            </a:br>
            <a:endParaRPr lang="pt-BR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79C98B-23F5-6911-ECD7-AFB4D4C2973C}"/>
              </a:ext>
            </a:extLst>
          </p:cNvPr>
          <p:cNvSpPr txBox="1"/>
          <p:nvPr/>
        </p:nvSpPr>
        <p:spPr>
          <a:xfrm>
            <a:off x="7386830" y="1731039"/>
            <a:ext cx="530915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pt-BR" dirty="0" err="1"/>
              <a:t>css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323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04670-A98E-C164-ECBF-01020E7F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Pesquisar as propriedades: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3112E7-8EF1-A910-828E-BD8E3D78197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64040" y="1859797"/>
            <a:ext cx="9541433" cy="5191932"/>
          </a:xfrm>
          <a:solidFill>
            <a:schemeClr val="bg2"/>
          </a:solidFill>
        </p:spPr>
        <p:txBody>
          <a:bodyPr/>
          <a:lstStyle/>
          <a:p>
            <a:pPr>
              <a:buNone/>
            </a:pPr>
            <a:r>
              <a:rPr lang="pt-BR" sz="2000" dirty="0">
                <a:latin typeface="Consolas" panose="020B0609020204030204" pitchFamily="49" charset="0"/>
              </a:rPr>
              <a:t>position: ????;</a:t>
            </a:r>
          </a:p>
          <a:p>
            <a:pPr>
              <a:buNone/>
            </a:pPr>
            <a:r>
              <a:rPr lang="pt-BR" sz="2000" dirty="0">
                <a:latin typeface="Consolas" panose="020B0609020204030204" pitchFamily="49" charset="0"/>
              </a:rPr>
              <a:t>no-</a:t>
            </a:r>
            <a:r>
              <a:rPr lang="pt-BR" sz="2000" dirty="0" err="1">
                <a:latin typeface="Consolas" panose="020B0609020204030204" pitchFamily="49" charset="0"/>
              </a:rPr>
              <a:t>repeat</a:t>
            </a:r>
            <a:r>
              <a:rPr lang="pt-BR" sz="2000" dirty="0">
                <a:latin typeface="Consolas" panose="020B0609020204030204" pitchFamily="49" charset="0"/>
              </a:rPr>
              <a:t>??</a:t>
            </a:r>
          </a:p>
          <a:p>
            <a:pPr>
              <a:buNone/>
            </a:pPr>
            <a:r>
              <a:rPr lang="pt-BR" sz="2000" dirty="0">
                <a:latin typeface="Consolas" panose="020B0609020204030204" pitchFamily="49" charset="0"/>
              </a:rPr>
              <a:t>top: 0;</a:t>
            </a:r>
          </a:p>
          <a:p>
            <a:pPr>
              <a:buNone/>
            </a:pPr>
            <a:r>
              <a:rPr lang="pt-BR" sz="2000" dirty="0" err="1">
                <a:latin typeface="Consolas" panose="020B0609020204030204" pitchFamily="49" charset="0"/>
              </a:rPr>
              <a:t>left</a:t>
            </a:r>
            <a:r>
              <a:rPr lang="pt-BR" sz="2000" dirty="0">
                <a:latin typeface="Consolas" panose="020B0609020204030204" pitchFamily="49" charset="0"/>
              </a:rPr>
              <a:t>: 0;</a:t>
            </a:r>
          </a:p>
          <a:p>
            <a:pPr>
              <a:buNone/>
            </a:pPr>
            <a:r>
              <a:rPr lang="pt-BR" sz="2000" dirty="0">
                <a:latin typeface="Consolas" panose="020B0609020204030204" pitchFamily="49" charset="0"/>
              </a:rPr>
              <a:t>z-index: 1; </a:t>
            </a:r>
          </a:p>
          <a:p>
            <a:pPr>
              <a:buNone/>
            </a:pPr>
            <a:r>
              <a:rPr lang="pt-BR" sz="2000" dirty="0" err="1">
                <a:latin typeface="Consolas" panose="020B0609020204030204" pitchFamily="49" charset="0"/>
              </a:rPr>
              <a:t>text-transform</a:t>
            </a:r>
            <a:r>
              <a:rPr lang="pt-BR" sz="2000" dirty="0">
                <a:latin typeface="Consolas" panose="020B0609020204030204" pitchFamily="49" charset="0"/>
              </a:rPr>
              <a:t>: </a:t>
            </a:r>
            <a:r>
              <a:rPr lang="pt-BR" sz="2000" dirty="0" err="1">
                <a:latin typeface="Consolas" panose="020B0609020204030204" pitchFamily="49" charset="0"/>
              </a:rPr>
              <a:t>uppercase</a:t>
            </a:r>
            <a:r>
              <a:rPr lang="pt-BR" sz="2000" dirty="0">
                <a:latin typeface="Consolas" panose="020B0609020204030204" pitchFamily="49" charset="0"/>
              </a:rPr>
              <a:t>;??</a:t>
            </a:r>
          </a:p>
          <a:p>
            <a:pPr>
              <a:buNone/>
            </a:pPr>
            <a:r>
              <a:rPr lang="pt-BR" sz="2000" dirty="0"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</a:rPr>
              <a:t>span</a:t>
            </a:r>
            <a:r>
              <a:rPr lang="pt-BR" sz="2000" dirty="0"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pt-BR" sz="2000" dirty="0"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</a:rPr>
              <a:t>div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style</a:t>
            </a:r>
            <a:r>
              <a:rPr lang="pt-BR" sz="2000" dirty="0">
                <a:latin typeface="Consolas" panose="020B0609020204030204" pitchFamily="49" charset="0"/>
              </a:rPr>
              <a:t>="</a:t>
            </a:r>
            <a:r>
              <a:rPr lang="pt-BR" sz="2000" dirty="0" err="1">
                <a:latin typeface="Consolas" panose="020B0609020204030204" pitchFamily="49" charset="0"/>
              </a:rPr>
              <a:t>clear</a:t>
            </a:r>
            <a:r>
              <a:rPr lang="pt-BR" sz="2000" dirty="0">
                <a:latin typeface="Consolas" panose="020B0609020204030204" pitchFamily="49" charset="0"/>
              </a:rPr>
              <a:t>: </a:t>
            </a:r>
            <a:r>
              <a:rPr lang="pt-BR" sz="2000" dirty="0" err="1">
                <a:latin typeface="Consolas" panose="020B0609020204030204" pitchFamily="49" charset="0"/>
              </a:rPr>
              <a:t>both</a:t>
            </a:r>
            <a:r>
              <a:rPr lang="pt-BR" sz="2000" dirty="0">
                <a:latin typeface="Consolas" panose="020B0609020204030204" pitchFamily="49" charset="0"/>
              </a:rPr>
              <a:t>;"&gt;</a:t>
            </a:r>
          </a:p>
          <a:p>
            <a:pPr>
              <a:buNone/>
            </a:pPr>
            <a:r>
              <a:rPr lang="pt-BR" sz="2000" dirty="0" err="1">
                <a:latin typeface="Consolas" panose="020B0609020204030204" pitchFamily="49" charset="0"/>
              </a:rPr>
              <a:t>text-indent</a:t>
            </a:r>
            <a:r>
              <a:rPr lang="pt-BR" sz="2000" dirty="0">
                <a:latin typeface="Consolas" panose="020B0609020204030204" pitchFamily="49" charset="0"/>
              </a:rPr>
              <a:t>: -9000px; </a:t>
            </a:r>
          </a:p>
          <a:p>
            <a:pPr>
              <a:buNone/>
            </a:pPr>
            <a:r>
              <a:rPr lang="pt-BR" sz="2000" dirty="0">
                <a:latin typeface="Consolas" panose="020B0609020204030204" pitchFamily="49" charset="0"/>
              </a:rPr>
              <a:t>Z-index:??</a:t>
            </a:r>
            <a:endParaRPr lang="pt-BR" sz="2000" dirty="0"/>
          </a:p>
          <a:p>
            <a:pPr>
              <a:buNone/>
            </a:pPr>
            <a:endParaRPr lang="pt-BR" sz="2000" dirty="0">
              <a:latin typeface="Consolas" panose="020B0609020204030204" pitchFamily="49" charset="0"/>
            </a:endParaRPr>
          </a:p>
          <a:p>
            <a:pPr>
              <a:buNone/>
            </a:pPr>
            <a:endParaRPr lang="pt-BR" sz="2000" dirty="0">
              <a:latin typeface="Consolas" panose="020B0609020204030204" pitchFamily="49" charset="0"/>
            </a:endParaRP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163987874"/>
      </p:ext>
    </p:extLst>
  </p:cSld>
  <p:clrMapOvr>
    <a:masterClrMapping/>
  </p:clrMapOvr>
</p:sld>
</file>

<file path=ppt/theme/theme1.xml><?xml version="1.0" encoding="utf-8"?>
<a:theme xmlns:a="http://schemas.openxmlformats.org/drawingml/2006/main" name="Tipo de Madeira">
  <a:themeElements>
    <a:clrScheme name="Tipo de Madeira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12058</TotalTime>
  <Words>784</Words>
  <Application>Microsoft Office PowerPoint</Application>
  <PresentationFormat>Widescreen</PresentationFormat>
  <Paragraphs>145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Aptos</vt:lpstr>
      <vt:lpstr>Arial</vt:lpstr>
      <vt:lpstr>Consolas</vt:lpstr>
      <vt:lpstr>Rockwell</vt:lpstr>
      <vt:lpstr>Rockwell Condensed</vt:lpstr>
      <vt:lpstr>Times New Roman</vt:lpstr>
      <vt:lpstr>Wingdings</vt:lpstr>
      <vt:lpstr>Tipo de Madeira</vt:lpstr>
      <vt:lpstr>Mercado PET</vt:lpstr>
      <vt:lpstr>Arquivo html</vt:lpstr>
      <vt:lpstr>Apresentação do PowerPoint</vt:lpstr>
      <vt:lpstr>Apresentação do PowerPoint</vt:lpstr>
      <vt:lpstr>Apresentação do PowerPoint</vt:lpstr>
      <vt:lpstr>Apresentação do PowerPoint</vt:lpstr>
      <vt:lpstr>Pesquisar as propriedades: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AW1</dc:title>
  <dc:subject/>
  <dc:creator>Ana Lucia</dc:creator>
  <dc:description/>
  <cp:lastModifiedBy>AnaLucia Mamede</cp:lastModifiedBy>
  <cp:revision>55</cp:revision>
  <dcterms:created xsi:type="dcterms:W3CDTF">2022-02-07T17:28:32Z</dcterms:created>
  <dcterms:modified xsi:type="dcterms:W3CDTF">2025-08-14T00:10:08Z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23</vt:i4>
  </property>
</Properties>
</file>